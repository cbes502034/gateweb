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開場：面試官好，我是邱冠文，明新科技大學資訊工程系今年畢業。今天用大約 10 分鐘，介紹我的背景、三個專案，以及為什麼想加入關網資訊的 AI 應用團隊。我的主軸是 Python 後端，加上實際用 LLM Tool Use 做過一個 Agent 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路線不是一路直線：高中讀資訊科，大學先念電子工程，後來發現自己真正喜歡的是軟體。當教育班長四年多，學到怎麼規劃課程、帶團隊、在壓力下同時處理很多事。退伍後回到資工系，並用一年半專心做後端專案，最後一個專案開始接觸 LLM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這張是我對照關網職缺整理的技能表，我刻意分成三種狀態。已實作的，是我專案裡真的寫過、部署過的；有基礎的是用過但不深；補強中的是 RAG、MCP、LangGraph 和 Java，我不會假裝做過，但我已經把 RAG 完整流程和調校方法系統整理過，進來後可以很快接手。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這個專案我用 AI 協作開發：專案地圖與架構規劃是 AI 協助產生的，我負責依規劃實作、串接與部署。使用者輸入 IP 或網域後，第一輪讓模型自己決定要查哪幾個情資來源，四個工具都包在同一套快取邏輯裡；第二輪用 tool_choice 強制模型呼叫 submit_report，保證輸出一定是可以解析的 JSON。每一步決策都記錄在 MongoDB，高風險目標寫入黑名單，並開放查詢端點。整個服務用 Docker 部署在 Render。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這四個設計是規劃時就定下的，我在實作過程中去理解每一個的理由。第一，只靠 prompt 要求 JSON 不穩定，所以強制呼叫提交報告的工具。第二，外部 API 有速率限制，所以用共用的快取裝飾器。第三，每一步決策都記錄下來，才能回溯。第四，AI 只負責判斷、不直接封鎖。如果被問「這是你設計的嗎」，就誠實說是 AI 協助規劃、我負責實作並理解理由。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把專案內容對回關網職缺：Tool Calling、LLM API 異常處理、FastAPI 與 Docker，我都有實際做過；輸出品質評估的部分，我目前做到的是完整記錄決策軌跡，進來後我希望把它延伸成固定測試集的自動化評估。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這是最能代表我自己能力的專案，主結構是我做的。開發中我發現兩個問題：第一，資料庫沒有用連線池，FastAPI 的非同步在這裡被卡住，人一多請求就排隊；第二，鎖票時我呼叫了 Redis 的 SET NX，卻沒有檢查回傳值，沒搶到鎖的請求也繼續往下走，人一多就開始互搶。我改用連線池，並依鎖定結果判斷，拿到鎖才繼續。壓測腳本是請 AI 寫的，用來驗證修正後零超賣。學到的是：非同步整條路徑不能有卡住的地方；呼叫了鎖不等於有鎖。（請用你記得的真實現象補充怎麼發現的。）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第三個專案是四人團隊的電商後端，我是隊長。我用 Flask Blueprint 把系統拆成四個模組，讓大家平行開發不容易衝突，自己負責認證模組，也寫了幾個全隊共用的 decorator。技術上比較有代表性的是串接綠界正式金流的簽章驗證，以及訂單成立後即時發放、離線補發的背景任務。這段經驗讓我知道架構設計也要考慮團隊分工的邊界。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為什麼是關網：第一，電子發票系統每個月處理近三千萬張，要求高併發、零容錯、重資安，跟我做搶票系統和 Agent 時最在意的事情一致。第二，職缺寫得很清楚，不只做概念驗證，要把 MCP、LangGraph 落地，我想在這個階段加入。第三，關網有真實的財稅文件和客服情境，這是 side project 給不了的成長環境。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面試趣同職缺的心得寫到，HR 會請你把他當成完全不懂的客戶解釋 AI。原則是：不用專有名詞、用對方熟悉的發票情境、講能做什麼也講不能做什麼、最後回到對客戶的好處。這段請用你自己的話練到 60 秒內講完。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這頁是我做功課後的一些想法，先說明這只是根據公開資訊的推想。第一條是 2023 年推出的 VAT 雲端會計憑證辨識系統，可以用多模態模型依 JSON Schema 抽欄位，再用規則檢核稅額與統編，信心不足的交給人工。第二條是法規與操作問題的 RAG 客服，官網最近很多公告都是客戶容易犯錯的規定，適合做成有來源的問答。第三條是把內部系統包成 MCP 工具，寫入類動作一定要人工確認。很想聽聽團隊實際的做法。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我很清楚自己的缺口：沒有 RAG 上線經驗、MCP 和 LangGraph 還沒實作、PostgreSQL 與 Java 比較淺。這幾週我已經把 RAG、Agent、MCP 的原理和調校方法系統整理過。如果有機會加入，第一個月我會先熟悉系統與既有 RAG 流程並建立測試資料；第二個月接手 Tool Calling 與 MCP 元件；第三個月用檢索指標把品質量化，提出優化。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最後想請教幾個問題，也幫助我了解進來後的工作重點。（挑 2 個問，視時間而定。）謝謝各位花時間聽我的介紹。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 · AI APPLICATION ENGINEER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邱冠文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應用工程師｜面試簡報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關網資訊股份有限公司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後端 × LLM Tool Use 實作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cbes502034@gmail.com　｜　0905-610-158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8152" y="15087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15087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8152" y="18288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288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88152" y="214884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14884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88152" y="246888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246888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278892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278892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152" y="31089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1089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88152" y="34290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34290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1325880"/>
            <a:ext cx="2377440" cy="2377440"/>
          </a:xfrm>
          <a:prstGeom prst="rect">
            <a:avLst/>
          </a:prstGeom>
          <a:solidFill>
            <a:srgbClr val="16232A"/>
          </a:solidFill>
          <a:ln w="19050">
            <a:solidFill>
              <a:srgbClr val="0ABA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463040"/>
            <a:ext cx="128016" cy="128016"/>
          </a:xfrm>
          <a:prstGeom prst="ellipse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8932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598932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USE · 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· DOCKER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一分鐘認識我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0" cy="2633472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2847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216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2014–2017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197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義民高中 資訊科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444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寫程式的起點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" y="1943100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2017–2020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856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國立聯合大學 電子工程系（肄業）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發現自己更喜歡軟體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" y="2601468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532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2020–2024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514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新訓中心 教育班長（4 年 2 個月）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761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規劃課程、帶團隊、高壓下多工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" y="3259836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1912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2025–2026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172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明新科技大學 資訊工程系 畢業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34198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系統性補齊資工基礎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652" y="3918204"/>
            <a:ext cx="82296" cy="82296"/>
          </a:xfrm>
          <a:prstGeom prst="rect">
            <a:avLst/>
          </a:prstGeom>
          <a:solidFill>
            <a:srgbClr val="2BFFE0"/>
          </a:solidFill>
          <a:ln w="12700">
            <a:solidFill>
              <a:srgbClr val="2BF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8496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2025.03–2026.08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831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後端專案開發（1 年 6 個月）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4078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個完整專案，最後一個是 LLM Agent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188720"/>
            <a:ext cx="2926080" cy="93268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131673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個完整專案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搶票系統、電商平台、LLM Agent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304288"/>
            <a:ext cx="2926080" cy="93268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0" y="2432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張技術證照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27797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TQC+ 人工智慧：機器學習 專業級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3419856"/>
            <a:ext cx="2926080" cy="93268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0" y="35478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銀牌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3602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巨匠金匠獎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895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個人組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× JOB DESCRIPTION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我的技能 × 職缺需求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0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JD 項目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BA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0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我的實際經驗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BA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0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BAB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LLM API 串接與異常處理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Anthropic API；快取與計時裝飾器因應外部 API 速率限制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 Calling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兩輪 Tool Use，用 tool_choice 強制結構化輸出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/ FastAPI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搶票系統、Threat Intel Agent 後端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Docker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容器化部署至 Render，有公開運行環境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Redis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SET NX 分散式鎖，10～600 人併發壓測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資料庫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MySQL / MariaDB / MongoDB；PostgreSQL 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有基礎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Asyncio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FastAPI 非同步、pymongo 非同步驅動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有基礎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RAG / Vector DB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完整流程與調校方法已整理，尚無上線專案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3A2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MCP / LangGraph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理解協定與狀態圖設計，準備動手實作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3A2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Java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在校課程接觸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3A2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· THREAT INTEL AGENT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資安情資 Agent：讓 LLM 自己決定查什麼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協作開發：架構規劃由 AI 協助產生，我負責實作、串接四個情資來源與部署。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943100"/>
            <a:ext cx="1325880" cy="777240"/>
          </a:xfrm>
          <a:prstGeom prst="rect">
            <a:avLst/>
          </a:prstGeom>
          <a:solidFill>
            <a:srgbClr val="121A1D"/>
          </a:solidFill>
          <a:ln w="15875">
            <a:solidFill>
              <a:srgbClr val="2A3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431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使用者輸入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/ 網域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943100"/>
            <a:ext cx="1325880" cy="77724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19431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自主選工具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943100"/>
            <a:ext cx="1600200" cy="77724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9431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第二輪 tool_choice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強制 submit_report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943100"/>
            <a:ext cx="1325880" cy="777240"/>
          </a:xfrm>
          <a:prstGeom prst="rect">
            <a:avLst/>
          </a:prstGeom>
          <a:solidFill>
            <a:srgbClr val="121A1D"/>
          </a:solidFill>
          <a:ln w="15875">
            <a:solidFill>
              <a:srgbClr val="2A3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9431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風險報告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2331720"/>
            <a:ext cx="914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00400" y="2331720"/>
            <a:ext cx="16459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600200"/>
            <a:ext cx="0" cy="146304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160020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3844" y="155905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45389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1453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208788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3844" y="20467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194157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19415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IPWHOIS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257556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23844" y="253441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242925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2429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AbuseIPDB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306324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23844" y="302209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291693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0440" y="2916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1600200"/>
            <a:ext cx="0" cy="146304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60020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08788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257556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06324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331720"/>
            <a:ext cx="18288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383280" y="3273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@iscache 24h TTL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2331720"/>
            <a:ext cx="3200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3703320"/>
            <a:ext cx="2606040" cy="86868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" y="387248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MongoDB 決策軌跡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查了哪些來源、耗時、是否命中快取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46120" y="3703320"/>
            <a:ext cx="2606040" cy="86868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7852" y="387248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593592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黑名單 RESTful 端點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42900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供外部防火牆系統對接查詢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35040" y="3703320"/>
            <a:ext cx="2606040" cy="86868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6772" y="387248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82512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＋ Render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公開運行環境與 API 文件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· DESIGN DECISIONS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這個架構的四個關鍵設計，以及理由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結構化輸出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562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早期用 prompt 要求輸出 JSON，仍頻繁解析失敗。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改成第二輪強制呼叫 submit_report，輸出必定符合 schema。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速率限制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8562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VirusTotal 每分鐘 4 次、AbuseIPDB 每日 1,000 次。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自製 @duration ＋ @iscache，24 小時 TTL，5 支工具共用。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00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可稽核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639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只回傳結論，出錯時無法追查。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每一步記錄查了哪些來源、耗時、是否命中快取。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200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權責分離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39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AI 誤判若直接封鎖，會造成服務中斷。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系統只判斷、寫黑名單；封鎖交給外部防火牆決定。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× GATEWEB JD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這個專案對應到職缺的哪些工作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關網 JD 原文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我做過的事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630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協助開發與維護 Tool Calling，串接第三方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719072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73652" y="167792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463040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14630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個外部情資 API 由 Agent 自主選擇與交叉比對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1214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 LLM API 對接、測試與異常處理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377440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73652" y="233629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121408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93792" y="21214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速率限制快取、強制結構化輸出取代脆弱的 JSON 解析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7797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輸出品質評估、自動化測試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035808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73652" y="2994660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779776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3792" y="27797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決策軌跡資料表，可回溯每次判斷並做事後分析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38144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4381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Python（FastAPI）微服務、Docker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3694176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73652" y="3653028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3438144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93792" y="34381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後端容器化，部署到雲端平台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96512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409651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加分：資安或系統監控基礎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0" y="4352544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73652" y="4311396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4096512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93792" y="409651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資安情資分析系統；判斷與執行權責分離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02 · CONCERT TICKETING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演唱會搶票系統：高併發下零超賣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280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人同時搶票壓測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張超賣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743200" cy="9144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段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474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鎖位 → TOTP → 確認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188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主結構與後端是我做的；以下兩個併發問題是我自己發現並修正的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783080"/>
            <a:ext cx="0" cy="205740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7892" y="17419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16550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問題一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16550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資料庫沒有使用連線池，跟 FastAPI 的非同步互相衝突，人多就卡住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7892" y="24277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77640" y="2340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問題二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3408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鎖票時沒檢查 SET NX 是否成功，沒搶到鎖的請求也往下走，人一多就互搶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7892" y="31135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77640" y="3026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0266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改用連線池；依鎖定結果判斷，拿到鎖才進入驗證與確認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7892" y="37993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77640" y="3712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7124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AI 撰寫的壓測腳本模擬 10～600 人同時搶票，確認零超賣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4160520"/>
            <a:ext cx="5120640" cy="45720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0332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對應關網：電子發票每月近 3,000 萬張，同樣要求高併發、零容錯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03 · MINEMARKET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MineMarket 電商平台：擔任四人團隊隊長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 Flask Blueprint 模組化，降低多人協作的合併衝突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App（Blueprint）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920240"/>
            <a:ext cx="0" cy="27432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94560"/>
            <a:ext cx="292608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77440"/>
            <a:ext cx="914400" cy="502920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38528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77440"/>
            <a:ext cx="91440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16936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9736" y="2377440"/>
            <a:ext cx="91440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59736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95344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38144" y="2377440"/>
            <a:ext cx="91440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38144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我負責：認證模組（註冊、Email 驗證、Cloudinary 上傳、Session、資料庫層級單裝置登入）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團隊共用 Decorator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18013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路由守衛、inspect 反射自動組裝請求參數、資料庫交易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9424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金流串接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2587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綠界 ECPay 正式金流，CheckMacValue 簽章驗證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35808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即時發放與補發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33741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訂單成立後透過 RCON 發放遊戲道具；玩家離線時背景任務排隊補發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822192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專案管理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4160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規劃時程、主持會議、架構設計與任務分工；Heroku ＋ gunicorn 部署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3931920" cy="45720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對應關網：金流簽章串接、跨團隊協作與分工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GATEWEB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為什麼想加入關網資訊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32461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產業特性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每月近 3,000 萬張電子發票、9,000 家以上企業客戶。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高併發、零容錯、重資安，正是我做系統時最在意的事。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06040" cy="32461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所處階段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JD 寫明不只做 PoC，要把 MCP、LangGraph 落地到商業場景。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我想在 AI 從實驗走向平台的階段加入，一起把它做穩。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06040" cy="32461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真實場景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財稅文件、法規公告、客服問題，都是 LLM 能發揮的地方。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Junior 來說，真實資料與使用者比 side project 更能成長。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AI TO A CUSTOMER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如果客戶問我：AI 到底是什麼？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846320" cy="333756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秒說法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373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可以想成一位讀過非常大量文件的新同事，很會看懂文字、整理重點、回答問題。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例如每個月的發票與憑證，AI 可以幫忙讀出統編、金額，或回答「折讓單要誰開」這類常見問題，省下查資料和打字的時間。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461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但它也會犯錯，所以我們讓它只根據公司確認過的資料回答，重要的金額與送出動作由人再確認。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77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把重複耗時的工作做快，人負責最後把關。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被追問時可以接的技術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645920"/>
            <a:ext cx="141732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1645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讀過大量文件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86600" y="1897380"/>
            <a:ext cx="3200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645920"/>
            <a:ext cx="1280160" cy="5029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645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預訓練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377440"/>
            <a:ext cx="141732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只根據確認過的資料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86600" y="2628900"/>
            <a:ext cx="3200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2377440"/>
            <a:ext cx="1280160" cy="5029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108960"/>
            <a:ext cx="141732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3108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也會犯錯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86600" y="3360420"/>
            <a:ext cx="3200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3108960"/>
            <a:ext cx="1280160" cy="5029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3108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幻覺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840480"/>
            <a:ext cx="141732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0" y="3840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人再確認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86600" y="4091940"/>
            <a:ext cx="3200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06640" y="3840480"/>
            <a:ext cx="1280160" cy="5029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Human-in-the-loop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IDEAS · 依公開資訊推想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我對 AI 落地的初步想法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VAT 憑證辨識升級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1280160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憑證影像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22192" y="1280160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多模態抽欄位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9512" y="1645920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95544" y="1280160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95544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規則檢核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稅額、統編檢查碼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12864" y="1645920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68896" y="1280160"/>
            <a:ext cx="1417320" cy="7315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68896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低信心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轉人工確認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134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法規與操作客服 RAG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148840" y="2359152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法規公告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FAQ、手冊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2724912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22192" y="2359152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22192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混合檢索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Rerank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39512" y="2724912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95544" y="2359152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95544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附來源回答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找不到就說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12864" y="2724912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68896" y="2359152"/>
            <a:ext cx="1417320" cy="7315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68896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固定測試集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持續評估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39242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內部系統工具化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148840" y="3438144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48840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發票查詢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字軌檢核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3803904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822192" y="3438144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22192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39512" y="3803904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95544" y="3438144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95544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依需求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呼叫工具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12864" y="3803904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68896" y="3438144"/>
            <a:ext cx="1417320" cy="7315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68896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寫入類動作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人工確認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這是依官網與職缺公開資訊的推想，想聽團隊實際的優先順序與限制。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PLAN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誠實的缺口，與前 90 天的計畫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目前正在補強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上線實作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01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流程、chunk、混合檢索、rerank、評估指標已整理，接著做完整實作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＋ LangGraph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633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Host / Client / Server 與 State / Node / Edge，動手寫 MCP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 ＋ pgvector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364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MySQL 經驗轉移，補向量查詢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9534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基礎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0965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物件導向與 Spring Boot 基本概念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0" cy="274320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234440"/>
            <a:ext cx="365760" cy="36576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1252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個月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1581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熟悉系統架構與既有 RAG Pipeline；整理常見問題，建立測試資料集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258568"/>
            <a:ext cx="365760" cy="36576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2276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個月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2606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 Tool Calling / MCP 元件的測試與開發，補齊異常處理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282696"/>
            <a:ext cx="365760" cy="36576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300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個月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6301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HitRate、MRR 等指標量化檢索品質，提出並驗證優化方案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想請教團隊的問題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3444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這個職位面對客戶的比例大概多少？主要是導入、需求訪談，還是技術支援？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928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9280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平台目前最先導入哪一條產品線？客服、憑證辨識，還是內部開發工具？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55117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5117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的知識來源主要是法規公告、操作手冊，還是客服紀錄？更新頻率大概多高？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20954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2095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模型選擇雲端 API 或地端部署時，對統編、交易金額這類資料怎麼取捨？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2514600" cy="2505456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邱冠文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cbes502034@gmail.com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0905-610-158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錄取後兩週可上班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邱冠文 AI 應用工程師面試簡報</dc:title>
  <dc:subject>PptxGenJS Presentation</dc:subject>
  <dc:creator>PptxGenJS</dc:creator>
  <cp:lastModifiedBy>PptxGenJS</cp:lastModifiedBy>
  <cp:revision>1</cp:revision>
  <dcterms:created xsi:type="dcterms:W3CDTF">2026-09-15T11:53:26Z</dcterms:created>
  <dcterms:modified xsi:type="dcterms:W3CDTF">2026-09-15T11:53:26Z</dcterms:modified>
</cp:coreProperties>
</file>