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開場：面試官好，我是邱冠文，明新科技大學資訊工程系今年畢業。今天用大約 10 分鐘，介紹我的背景、三個專案，以及為什麼想加入關網資訊的 AI 應用團隊。我的主軸是 Python 後端，加上實際用 LLM Tool Use 做過一個 Agent 系統。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的路線不是一路直線：高中讀資訊科，大學先念電子工程，後來發現自己真正喜歡的是軟體。當教育班長四年多，學到怎麼規劃課程、帶團隊、在壓力下同時處理很多事。退伍後回到資工系，並用一年半專心做後端專案，最後一個專案開始接觸 LLM Agent。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這張是我對照關網職缺整理的技能表，我刻意分成三種狀態。已實作的，是我專案裡真的寫過、部署過的；有基礎的是用過但不深；補強中的是 RAG、MCP、LangGraph 和 Java，我不會假裝做過，但我已經把 RAG 完整流程和調校方法系統整理過，進來後可以很快接手。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這是跟這個職缺最相關的專案。使用者輸入 IP 或網域後，第一輪讓模型自己決定要查哪幾個情資來源，四個工具都包在同一套快取邏輯裡；第二輪用 tool_choice 強制模型呼叫 submit_report，保證輸出一定是可以解析的 JSON。每一步決策都記錄在 MongoDB，高風險目標寫入黑名單，並開放查詢端點。整個服務用 Docker 部署在 Render。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面試官如果問我為什麼這樣設計，這四點是我的理由。第一，結構化輸出：prompt 叫模型輸出 JSON 不可靠，改成強制呼叫工具就穩定了。第二，外部 API 有速率限制，所以做了共用的快取裝飾器。第三，Agent 的每一步都要能回溯。第四，AI 只負責判斷，不直接執行封鎖。另外我直接呼叫 Anthropic SDK、沒有用 LangChain，是為了讓每一步決策都透明；我也理解框架在流程變複雜時的價值，這部分正在補。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把專案內容對回關網職缺：Tool Calling、LLM API 異常處理、FastAPI 與 Docker，我都有實際做過；輸出品質評估的部分，我目前做到的是完整記錄決策軌跡，進來後我希望把它延伸成固定測試集的自動化評估。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第二個專案是搶票系統。我負責全部後端，FastAPI 加 Redis。最有價值的經驗是：壓測時發現一個只有多程序併發才會出現的 race condition，我走完發現、找根因、修補、迴歸驗證整個流程，最後確認零超賣。（這裡請用你自己的話補上實際的根因與修法細節，面試官很可能追問。）電子發票系統同樣是高併發、不能出錯的場景，這種除錯流程可以直接帶過來。另外也整合了 Google Authenticator 的 TOTP 雙重驗證。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第三個專案是四人團隊的電商後端，我是隊長。我用 Flask Blueprint 把系統拆成四個模組，讓大家平行開發不容易衝突，自己負責認證模組，也寫了幾個全隊共用的 decorator。技術上比較有代表性的是串接綠界正式金流的簽章驗證，以及訂單成立後即時發放、離線補發的背景任務。這段經驗讓我知道架構設計也要考慮團隊分工的邊界。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為什麼是關網：第一，電子發票系統每個月處理近三千萬張，要求高併發、零容錯、重資安，跟我做搶票系統和 Agent 時最在意的事情一致。第二，職缺寫得很清楚，不只做概念驗證，要把 MCP、LangGraph 落地，我想在這個階段加入。第三，關網有真實的財稅文件和客服情境，這是 side project 給不了的成長環境。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這頁是我做功課後的一些想法，先說明這只是根據公開資訊的推想。第一條是 2023 年推出的 VAT 雲端會計憑證辨識系統，可以用多模態模型依 JSON Schema 抽欄位，再用規則檢核稅額與統編，信心不足的交給人工。第二條是法規與操作問題的 RAG 客服，官網最近很多公告都是客戶容易犯錯的規定，適合做成有來源的問答。第三條是把內部系統包成 MCP 工具，寫入類動作一定要人工確認。很想聽聽團隊實際的做法。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我很清楚自己的缺口：沒有 RAG 上線經驗、MCP 和 LangGraph 還沒實作、PostgreSQL 與 Java 比較淺。這幾週我已經把 RAG、Agent、MCP 的原理和調校方法系統整理過。如果有機會加入，第一個月我會先熟悉系統與既有 RAG 流程並建立測試資料；第二個月接手 Tool Calling 與 MCP 元件；第三個月用檢索指標把品質量化，提出優化。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最後想請教幾個問題，也幫助我了解進來後的工作重點。（挑 2 個問，視時間而定。）謝謝各位花時間聽我的介紹。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INTERVIEW · AI APPLICATION ENGINEER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邱冠文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應用工程師｜面試簡報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786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關網資訊股份有限公司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 後端 × LLM Tool Use 實作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cbes502034@gmail.com　｜　0905-610-158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72200" y="1124712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3703320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88152" y="150876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150876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124712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3703320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88152" y="182880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182880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2280" y="1124712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3703320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88152" y="214884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214884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1124712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0" y="3703320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88152" y="246888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66760" y="246888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52360" y="1124712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52360" y="3703320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8152" y="278892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66760" y="278892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0" y="1124712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3703320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88152" y="310896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66760" y="310896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92440" y="1124712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92440" y="3703320"/>
            <a:ext cx="91440" cy="201168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88152" y="342900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66760" y="3429000"/>
            <a:ext cx="201168" cy="91440"/>
          </a:xfrm>
          <a:prstGeom prst="rect">
            <a:avLst/>
          </a:prstGeom>
          <a:solidFill>
            <a:srgbClr val="2A3B42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89320" y="1325880"/>
            <a:ext cx="2377440" cy="2377440"/>
          </a:xfrm>
          <a:prstGeom prst="rect">
            <a:avLst/>
          </a:prstGeom>
          <a:solidFill>
            <a:srgbClr val="16232A"/>
          </a:solidFill>
          <a:ln w="19050">
            <a:solidFill>
              <a:srgbClr val="0ABA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1463040"/>
            <a:ext cx="128016" cy="128016"/>
          </a:xfrm>
          <a:prstGeom prst="ellipse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98932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F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3000" dirty="0"/>
          </a:p>
        </p:txBody>
      </p:sp>
      <p:sp>
        <p:nvSpPr>
          <p:cNvPr id="39" name="Text 37"/>
          <p:cNvSpPr txBox="1"/>
          <p:nvPr/>
        </p:nvSpPr>
        <p:spPr>
          <a:xfrm>
            <a:off x="5989320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USE · FASTAPI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FB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 · DOCKER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 ME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一分鐘認識我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0" cy="2633472"/>
          </a:xfrm>
          <a:prstGeom prst="line">
            <a:avLst/>
          </a:prstGeom>
          <a:noFill/>
          <a:ln w="15875">
            <a:solidFill>
              <a:srgbClr val="2A3B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4652" y="1284732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2161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2014–2017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1978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義民高中 資訊科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4447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寫程式的起點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4652" y="1943100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1874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2017–2020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18562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國立聯合大學 電子工程系（肄業）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21031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發現自己更喜歡軟體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4652" y="2601468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25328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2020–2024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2514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新訓中心 教育班長（4 年 2 個月）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27614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規劃課程、帶團隊、高壓下多工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4652" y="3259836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319125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2025–2026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31729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明新科技大學 資訊工程系 畢業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377440" y="34198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系統性補齊資工基礎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4652" y="3918204"/>
            <a:ext cx="82296" cy="82296"/>
          </a:xfrm>
          <a:prstGeom prst="rect">
            <a:avLst/>
          </a:prstGeom>
          <a:solidFill>
            <a:srgbClr val="2BFFE0"/>
          </a:solidFill>
          <a:ln w="12700">
            <a:solidFill>
              <a:srgbClr val="2BFF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384962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2025.03–2026.08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377440" y="38313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 後端專案開發（1 年 6 個月）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377440" y="40782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個完整專案，最後一個是 LLM Agent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60720" y="1188720"/>
            <a:ext cx="2926080" cy="932688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0" y="131673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個完整專案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16642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搶票系統、電商平台、LLM Agent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60720" y="2304288"/>
            <a:ext cx="2926080" cy="932688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0" y="2432304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2487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張技術證照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277977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 TQC+ 人工智慧：機器學習 專業級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760720" y="3419856"/>
            <a:ext cx="2926080" cy="932688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43600" y="35478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銀牌</a:t>
            </a:r>
            <a:endParaRPr lang="en-US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6949440" y="36027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2024 巨匠金匠獎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6949440" y="389534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 個人組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 × JOB DESCRIPTION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我的技能 × 職缺需求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937760"/>
                <a:gridCol w="11887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01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JD 項目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BA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01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我的實際經驗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BA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01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BAB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1F6F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LLM API 串接與異常處理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B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Anthropic API；快取與計時裝飾器因應外部 API 速率限制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ABAB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已實作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1F6F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Tool Calling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B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兩輪 Tool Use，用 tool_choice 強制結構化輸出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ABAB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已實作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1F6F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Python / FastAPI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B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搶票系統、Threat Intel Agent 後端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ABAB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已實作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1F6F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Docker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B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容器化部署至 Render，有公開運行環境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ABAB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已實作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1F6F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Redis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B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SET NX 分散式鎖，10～600 人併發壓測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ABAB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已實作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1F6F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資料庫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B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MySQL / MariaDB / MongoDB；PostgreSQL 補強中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FB0B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有基礎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1F6F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Asyncio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B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FastAPI 非同步、pymongo 非同步驅動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FB0B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有基礎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1F6F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RAG / Vector DB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B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完整流程與調校方法已整理，尚無上線專案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3A2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補強中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1F6F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MCP / LangGraph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B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理解協定與狀態圖設計，準備動手實作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3A2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補強中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1F6F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Java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B0B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在校課程接觸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3A2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補強中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01 · THREAT INTEL AGENT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資安情資 Agent：讓 LLM 自己決定查什麼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使用者輸入 IP 或網域，Agent 自主選擇要查哪些情資來源，交叉比對後產出結構化風險報告。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943100"/>
            <a:ext cx="1325880" cy="777240"/>
          </a:xfrm>
          <a:prstGeom prst="rect">
            <a:avLst/>
          </a:prstGeom>
          <a:solidFill>
            <a:srgbClr val="121A1D"/>
          </a:solidFill>
          <a:ln w="15875">
            <a:solidFill>
              <a:srgbClr val="2A3B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9431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使用者輸入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 / 網域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74520" y="1943100"/>
            <a:ext cx="1325880" cy="777240"/>
          </a:xfrm>
          <a:prstGeom prst="rect">
            <a:avLst/>
          </a:prstGeom>
          <a:solidFill>
            <a:srgbClr val="16232A"/>
          </a:solidFill>
          <a:ln w="15875">
            <a:solidFill>
              <a:srgbClr val="0ABA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74520" y="19431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第一輪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自主選工具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83480" y="1943100"/>
            <a:ext cx="1600200" cy="777240"/>
          </a:xfrm>
          <a:prstGeom prst="rect">
            <a:avLst/>
          </a:prstGeom>
          <a:solidFill>
            <a:srgbClr val="16232A"/>
          </a:solidFill>
          <a:ln w="15875">
            <a:solidFill>
              <a:srgbClr val="0ABAB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83480" y="19431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第二輪 tool_choice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強制 submit_report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03720" y="1943100"/>
            <a:ext cx="1325880" cy="777240"/>
          </a:xfrm>
          <a:prstGeom prst="rect">
            <a:avLst/>
          </a:prstGeom>
          <a:solidFill>
            <a:srgbClr val="121A1D"/>
          </a:solidFill>
          <a:ln w="15875">
            <a:solidFill>
              <a:srgbClr val="2A3B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9431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結構化 JSON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風險報告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83080" y="2331720"/>
            <a:ext cx="91440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00400" y="2331720"/>
            <a:ext cx="164592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64992" y="1600200"/>
            <a:ext cx="0" cy="146304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1600200"/>
            <a:ext cx="155448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23844" y="1559052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0440" y="1453896"/>
            <a:ext cx="1097280" cy="292608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20440" y="14538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64992" y="2087880"/>
            <a:ext cx="155448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23844" y="2046732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0440" y="1941576"/>
            <a:ext cx="1097280" cy="292608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20440" y="19415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IPWHOIS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64992" y="2575560"/>
            <a:ext cx="155448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23844" y="2534412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0440" y="2429256"/>
            <a:ext cx="1097280" cy="292608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20440" y="24292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AbuseIPDB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64992" y="3063240"/>
            <a:ext cx="155448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23844" y="3022092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0440" y="2916936"/>
            <a:ext cx="1097280" cy="292608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20440" y="29169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VirusTotal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1600200"/>
            <a:ext cx="0" cy="1463040"/>
          </a:xfrm>
          <a:prstGeom prst="line">
            <a:avLst/>
          </a:prstGeom>
          <a:noFill/>
          <a:ln w="15875">
            <a:solidFill>
              <a:srgbClr val="2A3B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1600200"/>
            <a:ext cx="182880" cy="0"/>
          </a:xfrm>
          <a:prstGeom prst="line">
            <a:avLst/>
          </a:prstGeom>
          <a:noFill/>
          <a:ln w="15875">
            <a:solidFill>
              <a:srgbClr val="2A3B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2087880"/>
            <a:ext cx="182880" cy="0"/>
          </a:xfrm>
          <a:prstGeom prst="line">
            <a:avLst/>
          </a:prstGeom>
          <a:noFill/>
          <a:ln w="15875">
            <a:solidFill>
              <a:srgbClr val="2A3B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17720" y="2575560"/>
            <a:ext cx="182880" cy="0"/>
          </a:xfrm>
          <a:prstGeom prst="line">
            <a:avLst/>
          </a:prstGeom>
          <a:noFill/>
          <a:ln w="15875">
            <a:solidFill>
              <a:srgbClr val="2A3B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17720" y="3063240"/>
            <a:ext cx="182880" cy="0"/>
          </a:xfrm>
          <a:prstGeom prst="line">
            <a:avLst/>
          </a:prstGeom>
          <a:noFill/>
          <a:ln w="15875">
            <a:solidFill>
              <a:srgbClr val="2A3B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2331720"/>
            <a:ext cx="182880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3383280" y="32735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@iscache 24h TTL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83680" y="2331720"/>
            <a:ext cx="320040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57200" y="3703320"/>
            <a:ext cx="2606040" cy="86868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8932" y="3872484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04672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MongoDB 決策軌跡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4114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查了哪些來源、耗時、是否命中快取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46120" y="3703320"/>
            <a:ext cx="2606040" cy="86868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87852" y="3872484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593592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黑名單 RESTful 端點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3429000" y="4114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供外部防火牆系統對接查詢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35040" y="3703320"/>
            <a:ext cx="2606040" cy="86868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76772" y="3872484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382512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Docker ＋ Render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6217920" y="4114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公開運行環境與 API 文件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01 · DESIGN DECISIONS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四個設計決策，以及背後的理由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160020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結構化輸出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5623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　早期用 prompt 要求輸出 JSON，仍頻繁解析失敗。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585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做法　改成第二輪強制呼叫 submit_report，輸出必定符合 schema。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23360" cy="160020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417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速率限制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85623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　VirusTotal 每分鐘 4 次、AbuseIPDB 每日 1,000 次。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2585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做法　自製 @duration ＋ @iscache，24 小時 TTL，5 支工具共用。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23360" cy="160020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2004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可稽核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63931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　只回傳結論，出錯時無法追查。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0416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做法　每一步記錄查了哪些來源、耗時、是否命中快取。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4023360" cy="160020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32004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權責分離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363931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　AI 誤判若直接封鎖，會造成服務中斷。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40416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做法　系統只判斷、寫黑名單；封鎖交給外部防火牆決定。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01 × GATEWEB JD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這個專案對應到職缺的哪些工作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關網 JD 原文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我做過的事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657600" cy="512064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46304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協助開發與維護 Tool Calling，串接第三方 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1719072"/>
            <a:ext cx="914400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073652" y="1677924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463040"/>
            <a:ext cx="3657600" cy="512064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93792" y="146304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個外部情資 API 由 Agent 自主選擇與交叉比對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21408"/>
            <a:ext cx="3657600" cy="512064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12140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主流 LLM API 對接、測試與異常處理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2377440"/>
            <a:ext cx="914400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073652" y="2336292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2121408"/>
            <a:ext cx="3657600" cy="512064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93792" y="212140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速率限制快取、強制結構化輸出取代脆弱的 JSON 解析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779776"/>
            <a:ext cx="3657600" cy="512064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277977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輸出品質評估、自動化測試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0" y="3035808"/>
            <a:ext cx="914400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073652" y="2994660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2779776"/>
            <a:ext cx="3657600" cy="512064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93792" y="277977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決策軌跡資料表，可回溯每次判斷並做事後分析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438144"/>
            <a:ext cx="3657600" cy="512064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" y="343814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Python（FastAPI）微服務、Docker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0" y="3694176"/>
            <a:ext cx="914400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073652" y="3653028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0" y="3438144"/>
            <a:ext cx="3657600" cy="512064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193792" y="343814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FastAPI 後端容器化，部署到雲端平台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096512"/>
            <a:ext cx="3657600" cy="512064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" y="409651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加分：資安或系統監控基礎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0" y="4352544"/>
            <a:ext cx="914400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073652" y="4311396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0" y="4096512"/>
            <a:ext cx="3657600" cy="512064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193792" y="409651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資安情資分析系統；判斷與執行權責分離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02 · CONCERT TICKETING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演唱會搶票系統：高併發下零超賣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91440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2801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人同時搶票壓測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2743200" cy="91440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377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23774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張超賣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2743200" cy="91440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474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段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34747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鎖位 → TOTP → 確認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1188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我負責全部後端架構（2 人 GitHub 協作，比賽作品暨畢業專題）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49040" y="1783080"/>
            <a:ext cx="0" cy="2057400"/>
          </a:xfrm>
          <a:prstGeom prst="line">
            <a:avLst/>
          </a:prstGeom>
          <a:noFill/>
          <a:ln w="15875">
            <a:solidFill>
              <a:srgbClr val="2A3B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7892" y="1741932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77640" y="16550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壓測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165506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自寫壓力測試腳本，模擬 10～600 人同時搶票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07892" y="2427732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77640" y="23408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234086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一個只在多程序併發下才出現的 race condition，單程序測試抓不到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07892" y="3113532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77640" y="3026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修補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302666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完成根因分析並修補；座位衝突由 Redis SET NX 分散式鎖控管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07892" y="3799332"/>
            <a:ext cx="82296" cy="82296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77640" y="37124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709160" y="371246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迴歸壓測，確認票券零超賣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66160" y="4160520"/>
            <a:ext cx="5120640" cy="457200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703320" y="4160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對應關網：電子發票每月近 3,000 萬張，同樣要求高併發、零容錯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03 · MINEMARKET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MineMarket 電商平台：擔任四人團隊隊長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主導 Flask Blueprint 模組化，降低多人協作的合併衝突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457200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63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 App（Blueprint）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1920240"/>
            <a:ext cx="0" cy="27432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194560"/>
            <a:ext cx="2926080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194560"/>
            <a:ext cx="0" cy="18288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377440"/>
            <a:ext cx="914400" cy="502920"/>
          </a:xfrm>
          <a:prstGeom prst="rect">
            <a:avLst/>
          </a:prstGeom>
          <a:solidFill>
            <a:srgbClr val="0ABAB5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377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38528" y="2194560"/>
            <a:ext cx="0" cy="18288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81328" y="2377440"/>
            <a:ext cx="914400" cy="5029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81328" y="2377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16936" y="2194560"/>
            <a:ext cx="0" cy="18288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59736" y="2377440"/>
            <a:ext cx="914400" cy="5029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59736" y="2377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購物車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95344" y="2194560"/>
            <a:ext cx="0" cy="18288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38144" y="2377440"/>
            <a:ext cx="914400" cy="5029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38144" y="2377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017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我負責：認證模組（註冊、Email 驗證、Cloudinary 上傳、Session、資料庫層級單裝置登入）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1463040"/>
            <a:ext cx="3931920" cy="676656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1536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團隊共用 Decorator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18013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路由守衛、inspect 反射自動組裝請求參數、資料庫交易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249424"/>
            <a:ext cx="3931920" cy="676656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37760" y="23225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金流串接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25877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綠界 ECPay 正式金流，CheckMacValue 簽章驗證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035808"/>
            <a:ext cx="3931920" cy="676656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93776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即時發放與補發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937760" y="337413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訂單成立後透過 RCON 發放遊戲道具；玩家離線時背景任務排隊補發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822192"/>
            <a:ext cx="3931920" cy="676656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37760" y="3895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專案管理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937760" y="41605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規劃時程、主持會議、架構設計與任務分工；Heroku ＋ gunicorn 部署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794760"/>
            <a:ext cx="3931920" cy="457200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4360" y="3794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對應關網：金流簽章串接、跨團隊協作與分工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GATEWEB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為什麼想加入關網資訊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06040" cy="32461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solidFill>
            <a:srgbClr val="16232A"/>
          </a:solidFill>
          <a:ln w="15875">
            <a:solidFill>
              <a:srgbClr val="0ABA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產業特性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每月近 3,000 萬張電子發票、9,000 家以上企業客戶。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高併發、零容錯、重資安，正是我做系統時最在意的事。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606040" cy="32461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463040"/>
            <a:ext cx="457200" cy="457200"/>
          </a:xfrm>
          <a:prstGeom prst="rect">
            <a:avLst/>
          </a:prstGeom>
          <a:solidFill>
            <a:srgbClr val="16232A"/>
          </a:solidFill>
          <a:ln w="15875">
            <a:solidFill>
              <a:srgbClr val="0ABA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所處階段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JD 寫明不只做 PoC，要把 MCP、LangGraph 落地到商業場景。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我想在 AI 從實驗走向平台的階段加入，一起把它做穩。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234440"/>
            <a:ext cx="2606040" cy="32461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1463040"/>
            <a:ext cx="457200" cy="457200"/>
          </a:xfrm>
          <a:prstGeom prst="rect">
            <a:avLst/>
          </a:prstGeom>
          <a:solidFill>
            <a:srgbClr val="16232A"/>
          </a:solidFill>
          <a:ln w="15875">
            <a:solidFill>
              <a:srgbClr val="0ABAB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真實場景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財稅文件、法規公告、客服問題，都是 LLM 能發揮的地方。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Junior 來說，真實資料與使用者比 side project 更能成長。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IDEAS · 依公開資訊推想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我對 AI 落地的初步想法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VAT 憑證辨識升級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148840" y="1280160"/>
            <a:ext cx="1417320" cy="7315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48840" y="1280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憑證影像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66160" y="1645920"/>
            <a:ext cx="256032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822192" y="1280160"/>
            <a:ext cx="1417320" cy="7315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22192" y="1280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多模態抽欄位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JSON Schema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39512" y="1645920"/>
            <a:ext cx="256032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95544" y="1280160"/>
            <a:ext cx="1417320" cy="7315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95544" y="1280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規則檢核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稅額、統編檢查碼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12864" y="1645920"/>
            <a:ext cx="256032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68896" y="1280160"/>
            <a:ext cx="1417320" cy="731520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68896" y="12801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低信心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轉人工確認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31343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法規與操作客服 RAG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148840" y="2359152"/>
            <a:ext cx="1417320" cy="7315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48840" y="235915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法規公告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FAQ、手冊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66160" y="2724912"/>
            <a:ext cx="256032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822192" y="2359152"/>
            <a:ext cx="1417320" cy="7315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22192" y="235915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混合檢索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 Rerank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39512" y="2724912"/>
            <a:ext cx="256032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95544" y="2359152"/>
            <a:ext cx="1417320" cy="7315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95544" y="235915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附來源回答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找不到就說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12864" y="2724912"/>
            <a:ext cx="256032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168896" y="2359152"/>
            <a:ext cx="1417320" cy="731520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68896" y="235915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固定測試集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持續評估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392424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內部系統工具化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148840" y="3438144"/>
            <a:ext cx="1417320" cy="7315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148840" y="3438144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發票查詢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字軌檢核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66160" y="3803904"/>
            <a:ext cx="256032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822192" y="3438144"/>
            <a:ext cx="1417320" cy="7315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822192" y="3438144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MCP Server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39512" y="3803904"/>
            <a:ext cx="256032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495544" y="3438144"/>
            <a:ext cx="1417320" cy="731520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95544" y="3438144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依需求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呼叫工具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12864" y="3803904"/>
            <a:ext cx="256032" cy="0"/>
          </a:xfrm>
          <a:prstGeom prst="line">
            <a:avLst/>
          </a:prstGeom>
          <a:noFill/>
          <a:ln w="15875">
            <a:solidFill>
              <a:srgbClr val="0ABAB5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168896" y="3438144"/>
            <a:ext cx="1417320" cy="731520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168896" y="3438144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寫入類動作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人工確認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F80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這是依官網與職缺公開資訊的推想，想聽團隊實際的優先順序與限制。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GROWTH PLAN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誠實的缺口，與前 90 天的計畫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目前正在補強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00784"/>
            <a:ext cx="109728" cy="109728"/>
          </a:xfrm>
          <a:prstGeom prst="rect">
            <a:avLst/>
          </a:prstGeom>
          <a:solidFill>
            <a:srgbClr val="E3A23B"/>
          </a:solidFill>
          <a:ln w="12700">
            <a:solidFill>
              <a:srgbClr val="E3A2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RAG 上線實作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019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流程、chunk、混合檢索、rerank、評估指標已整理，接著做完整實作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32304"/>
            <a:ext cx="109728" cy="109728"/>
          </a:xfrm>
          <a:prstGeom prst="rect">
            <a:avLst/>
          </a:prstGeom>
          <a:solidFill>
            <a:srgbClr val="E3A23B"/>
          </a:solidFill>
          <a:ln w="12700">
            <a:solidFill>
              <a:srgbClr val="E3A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359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MCP ＋ LangGraph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6334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 Host / Client / Server 與 State / Node / Edge，動手寫 MCP Server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63824"/>
            <a:ext cx="109728" cy="109728"/>
          </a:xfrm>
          <a:prstGeom prst="rect">
            <a:avLst/>
          </a:prstGeom>
          <a:solidFill>
            <a:srgbClr val="E3A23B"/>
          </a:solidFill>
          <a:ln w="12700">
            <a:solidFill>
              <a:srgbClr val="E3A2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090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PostgreSQL ＋ pgvector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3649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MySQL 經驗轉移，補向量查詢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895344"/>
            <a:ext cx="109728" cy="109728"/>
          </a:xfrm>
          <a:prstGeom prst="rect">
            <a:avLst/>
          </a:prstGeom>
          <a:solidFill>
            <a:srgbClr val="E3A23B"/>
          </a:solidFill>
          <a:ln w="12700">
            <a:solidFill>
              <a:srgbClr val="E3A2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822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 基礎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40965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物件導向與 Spring Boot 基本概念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1417320"/>
            <a:ext cx="0" cy="2743200"/>
          </a:xfrm>
          <a:prstGeom prst="line">
            <a:avLst/>
          </a:prstGeom>
          <a:noFill/>
          <a:ln w="15875">
            <a:solidFill>
              <a:srgbClr val="2A3B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1234440"/>
            <a:ext cx="365760" cy="365760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1772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12527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個月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158191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熟悉系統架構與既有 RAG Pipeline；整理常見問題，建立測試資料集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2258568"/>
            <a:ext cx="365760" cy="365760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17720" y="2258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166360" y="22768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個月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26060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 Tool Calling / MCP 元件的測試與開發，補齊異常處理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3282696"/>
            <a:ext cx="365760" cy="365760"/>
          </a:xfrm>
          <a:prstGeom prst="rect">
            <a:avLst/>
          </a:prstGeom>
          <a:solidFill>
            <a:srgbClr val="16232A"/>
          </a:solidFill>
          <a:ln w="12700">
            <a:solidFill>
              <a:srgbClr val="0ABAB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1772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166360" y="33009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BA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個月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363016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HitRate、MRR 等指標量化檢索品質，提出並驗證優化方案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&amp; 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想請教團隊的問題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394960" cy="530352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344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23444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平台目前最先導入哪一條產品線？客服、憑證辨識，還是內部開發工具？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92808"/>
            <a:ext cx="5394960" cy="530352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89280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89280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RAG 的知識來源主要是法規公告、操作手冊，還是客服紀錄？更新頻率大概多高？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551176"/>
            <a:ext cx="5394960" cy="530352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551176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551176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模型選擇雲端 API 或地端部署時，對統編、交易金額這類資料怎麼取捨？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09544"/>
            <a:ext cx="5394960" cy="530352"/>
          </a:xfrm>
          <a:prstGeom prst="rect">
            <a:avLst/>
          </a:prstGeom>
          <a:solidFill>
            <a:srgbClr val="121A1D"/>
          </a:solidFill>
          <a:ln w="12700">
            <a:solidFill>
              <a:srgbClr val="2A3B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20954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20954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團隊目前怎麼評估 LLM 輸出品質？有固定的測試集嗎？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1234440"/>
            <a:ext cx="2514600" cy="2505456"/>
          </a:xfrm>
          <a:prstGeom prst="rect">
            <a:avLst/>
          </a:prstGeom>
          <a:solidFill>
            <a:srgbClr val="16232A"/>
          </a:solidFill>
          <a:ln w="15875">
            <a:solidFill>
              <a:srgbClr val="0ABAB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謝謝聆聽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F6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邱冠文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B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cbes502034@gmail.com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0905-610-158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錄取後兩週可上班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邱冠文 AI 應用工程師面試簡報</dc:title>
  <dc:subject>PptxGenJS Presentation</dc:subject>
  <dc:creator>PptxGenJS</dc:creator>
  <cp:lastModifiedBy>PptxGenJS</cp:lastModifiedBy>
  <cp:revision>1</cp:revision>
  <dcterms:created xsi:type="dcterms:W3CDTF">2026-09-15T02:00:40Z</dcterms:created>
  <dcterms:modified xsi:type="dcterms:W3CDTF">2026-09-15T02:00:40Z</dcterms:modified>
</cp:coreProperties>
</file>